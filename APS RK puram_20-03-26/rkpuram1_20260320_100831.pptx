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277</c:v>
                </c:pt>
                <c:pt idx="1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277</c:v>
                </c:pt>
                <c:pt idx="1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1">
                        <a:solidFill>
                          <a:srgbClr val="FFFFFF"/>
                        </a:solidFill>
                      </a:defRPr>
                    </a:pPr>
                    <a:r>
                      <a:t>277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Participated</c:v>
                </c:pt>
              </c:strCache>
            </c:strRef>
          </c:tx>
          <c:dPt>
            <c:idx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800" b="0">
                        <a:solidFill>
                          <a:srgbClr val="000000"/>
                        </a:solidFill>
                      </a:defRPr>
                    </a:pPr>
                    <a:r>
                      <a:t>Participation: 97%</a:t>
                    </a:r>
                  </a:p>
                  <a:p>
                    <a:pPr>
                      <a:defRPr sz="1000" b="1">
                        <a:solidFill>
                          <a:srgbClr val="000000"/>
                        </a:solidFill>
                      </a:defRPr>
                    </a:pPr>
                    <a:r>
                      <a:t>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gapWidth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6A4C93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6E8B3D"/>
              </a:solidFill>
              <a:ln w="127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E86E00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67</c:v>
                </c:pt>
                <c:pt idx="2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6A4C93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6E8B3D"/>
              </a:solidFill>
              <a:ln w="127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E86E00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67</c:v>
                </c:pt>
                <c:pt idx="2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69</c:v>
                </c:pt>
                <c:pt idx="2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67</c:v>
                </c:pt>
                <c:pt idx="2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83</c:v>
                </c:pt>
                <c:pt idx="2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Overall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R K PURAM Secunderabad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grade_4_english_lo_question</a:t>
            </a:r>
          </a:p>
        </p:txBody>
      </p:sp>
      <p:pic>
        <p:nvPicPr>
          <p:cNvPr id="3" name="Picture 2" descr="lo_chart_58334a9d2a84491bbde6344e3faa5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76375"/>
            <a:ext cx="8381999" cy="576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grade_4_mathematics_lo_question</a:t>
            </a:r>
          </a:p>
        </p:txBody>
      </p:sp>
      <p:pic>
        <p:nvPicPr>
          <p:cNvPr id="3" name="Picture 2" descr="lo_chart_843cd435c99848e09f9450fb8db2cf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76375"/>
            <a:ext cx="8381999" cy="576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grade_4_science_lo_question</a:t>
            </a:r>
          </a:p>
        </p:txBody>
      </p:sp>
      <p:pic>
        <p:nvPicPr>
          <p:cNvPr id="3" name="Picture 2" descr="lo_chart_cecdaef95e1c415e869995b86e122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76375"/>
            <a:ext cx="8381999" cy="576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