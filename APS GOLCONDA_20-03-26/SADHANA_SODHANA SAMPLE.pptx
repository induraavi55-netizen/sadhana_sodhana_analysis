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cx="9144000" cy="5143500" type="screen16x9"/>
  <p:notesSz cx="6858000" cy="9144000"/>
  <p:embeddedFontLst>
    <p:embeddedFont>
      <p:font typeface="Fraunces" panose="020B0604020202020204" charset="0"/>
      <p:regular r:id="rId16"/>
      <p:bold r:id="rId17"/>
      <p:italic r:id="rId18"/>
      <p:boldItalic r:id="rId19"/>
    </p:embeddedFont>
    <p:embeddedFont>
      <p:font typeface="Fraunces ExtraBold" panose="020B0604020202020204" charset="0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0302-4EDD-8526-E981B1485E5B}"/>
              </c:ext>
            </c:extLst>
          </c:dPt>
          <c:dPt>
            <c:idx val="1"/>
            <c:bubble3D val="0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0302-4EDD-8526-E981B1485E5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136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02-4EDD-8526-E981B1485E5B}"/>
            </c:ext>
          </c:extLst>
        </c:ser>
        <c:dLbls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19B-4783-BDB4-7FA5776C8B40}"/>
              </c:ext>
            </c:extLst>
          </c:dPt>
          <c:dPt>
            <c:idx val="1"/>
            <c:bubble3D val="0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19B-4783-BDB4-7FA5776C8B4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136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9B-4783-BDB4-7FA5776C8B40}"/>
            </c:ext>
          </c:extLst>
        </c:ser>
        <c:dLbls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Participated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D25-4BF9-A44E-4B78A8B9E80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136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D25-4BF9-A44E-4B78A8B9E8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25-4BF9-A44E-4B78A8B9E8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Participated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6D25-4BF9-A44E-4B78A8B9E803}"/>
              </c:ext>
            </c:extLst>
          </c:dPt>
          <c:dLbls>
            <c:dLbl>
              <c:idx val="0"/>
              <c:layout>
                <c:manualLayout>
                  <c:x val="-3.8095238095238095E-3"/>
                  <c:y val="-3.497267759562843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Participation: 96%</a:t>
                    </a:r>
                  </a:p>
                  <a:p>
                    <a:r>
                      <a:rPr lang="en-US"/>
                      <a:t>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D25-4BF9-A44E-4B78A8B9E8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D25-4BF9-A44E-4B78A8B9E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Grade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Students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5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76F9-4CBB-BE79-90F5DA85E56C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76F9-4CBB-BE79-90F5DA85E56C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76F9-4CBB-BE79-90F5DA85E56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69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6F9-4CBB-BE79-90F5DA85E5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chemeClr val="tx1">
                        <a:lumMod val="65000"/>
                        <a:lumOff val="35000"/>
                      </a:schemeClr>
                    </a:solidFill>
                  </a:defRPr>
                </a:pPr>
                <a:r>
                  <a:rPr lang="en-IN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Subjects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79FE-4DF9-AE92-A7BEB00F455A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79FE-4DF9-AE92-A7BEB00F455A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79FE-4DF9-AE92-A7BEB00F455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69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9FE-4DF9-AE92-A7BEB00F45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FCC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E59-4ABB-AF57-7C5F9CC63A18}"/>
              </c:ext>
            </c:extLst>
          </c:dPt>
          <c:dPt>
            <c:idx val="1"/>
            <c:invertIfNegative val="1"/>
            <c:bubble3D val="0"/>
            <c:spPr>
              <a:solidFill>
                <a:srgbClr val="E5A9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E59-4ABB-AF57-7C5F9CC63A18}"/>
              </c:ext>
            </c:extLst>
          </c:dPt>
          <c:dPt>
            <c:idx val="2"/>
            <c:invertIfNegative val="1"/>
            <c:bubble3D val="0"/>
            <c:spPr>
              <a:solidFill>
                <a:srgbClr val="FF2B2B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E59-4ABB-AF57-7C5F9CC63A18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73</c:v>
                </c:pt>
                <c:pt idx="2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E59-4ABB-AF57-7C5F9CC63A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FCC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8BB-41B2-98A5-7E2FC5300A5B}"/>
              </c:ext>
            </c:extLst>
          </c:dPt>
          <c:dPt>
            <c:idx val="1"/>
            <c:invertIfNegative val="1"/>
            <c:bubble3D val="0"/>
            <c:spPr>
              <a:solidFill>
                <a:srgbClr val="E5A9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D8BB-41B2-98A5-7E2FC5300A5B}"/>
              </c:ext>
            </c:extLst>
          </c:dPt>
          <c:dPt>
            <c:idx val="2"/>
            <c:invertIfNegative val="1"/>
            <c:bubble3D val="0"/>
            <c:spPr>
              <a:solidFill>
                <a:srgbClr val="FF2B2B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D8BB-41B2-98A5-7E2FC5300A5B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68</c:v>
                </c:pt>
                <c:pt idx="2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8BB-41B2-98A5-7E2FC5300A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FCC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4EB3-435B-8EBB-D33C4BA99B48}"/>
              </c:ext>
            </c:extLst>
          </c:dPt>
          <c:dPt>
            <c:idx val="1"/>
            <c:invertIfNegative val="1"/>
            <c:bubble3D val="0"/>
            <c:spPr>
              <a:solidFill>
                <a:srgbClr val="E5A9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4EB3-435B-8EBB-D33C4BA99B48}"/>
              </c:ext>
            </c:extLst>
          </c:dPt>
          <c:dPt>
            <c:idx val="2"/>
            <c:invertIfNegative val="1"/>
            <c:bubble3D val="0"/>
            <c:spPr>
              <a:solidFill>
                <a:srgbClr val="FF2B2B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4EB3-435B-8EBB-D33C4BA99B48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83</c:v>
                </c:pt>
                <c:pt idx="2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EB3-435B-8EBB-D33C4BA99B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Overall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APS R K PURAM Secunderabad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301745"/>
              </p:ext>
            </p:extLst>
          </p:nvPr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32056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grade_4_english_lo_question</a:t>
            </a:r>
          </a:p>
        </p:txBody>
      </p:sp>
      <p:pic>
        <p:nvPicPr>
          <p:cNvPr id="3" name="Picture 2" descr="lo_chart_5e6507e31d6647b9bf8f8bba958b45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24" y="774777"/>
            <a:ext cx="5869596" cy="40353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grade_4_mathematics_lo_question</a:t>
            </a:r>
          </a:p>
        </p:txBody>
      </p:sp>
      <p:pic>
        <p:nvPicPr>
          <p:cNvPr id="3" name="Picture 2" descr="lo_chart_50ce263c903a436ab898ffeae0c64f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34" y="812180"/>
            <a:ext cx="5815191" cy="39979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grade_4_science_lo_question</a:t>
            </a:r>
          </a:p>
        </p:txBody>
      </p:sp>
      <p:pic>
        <p:nvPicPr>
          <p:cNvPr id="3" name="Picture 2" descr="lo_chart_c0d7ec6dc60c45338fb21bf813d79b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565" y="881062"/>
            <a:ext cx="5714999" cy="39290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222</Words>
  <Application>Microsoft Office PowerPoint</Application>
  <PresentationFormat>On-screen Show (16:9)</PresentationFormat>
  <Paragraphs>44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Fraunces</vt:lpstr>
      <vt:lpstr>Fraunces ExtraBold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4</cp:revision>
  <dcterms:modified xsi:type="dcterms:W3CDTF">2026-03-20T10:02:50Z</dcterms:modified>
</cp:coreProperties>
</file>