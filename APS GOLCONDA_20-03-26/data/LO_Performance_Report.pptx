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Grade_4_Englis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94777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Grade_4_Mathemat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947506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Grade_4_Scien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9480372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