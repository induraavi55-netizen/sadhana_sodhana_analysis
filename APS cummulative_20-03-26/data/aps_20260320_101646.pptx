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</p:sldIdLst>
  <p:sldSz cx="9144000" cy="5143500" type="screen16x9"/>
  <p:notesSz cx="6858000" cy="9144000"/>
  <p:embeddedFontLst>
    <p:embeddedFont>
      <p:font typeface="Fraunces" panose="020B0604020202020204" charset="0"/>
      <p:regular r:id="rId17"/>
      <p:bold r:id="rId18"/>
      <p:italic r:id="rId19"/>
      <p:boldItalic r:id="rId20"/>
    </p:embeddedFont>
    <p:embeddedFont>
      <p:font typeface="Fraunces ExtraBold" panose="020B0604020202020204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C64-4CAB-BBFB-79911BB01B04}"/>
              </c:ext>
            </c:extLst>
          </c:dPt>
          <c:dPt>
            <c:idx val="1"/>
            <c:bubble3D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C64-4CAB-BBFB-79911BB01B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423</c:v>
                </c:pt>
                <c:pt idx="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C64-4CAB-BBFB-79911BB01B04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D1C-4516-94A8-DF7F82FA87D6}"/>
              </c:ext>
            </c:extLst>
          </c:dPt>
          <c:dPt>
            <c:idx val="1"/>
            <c:bubble3D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D1C-4516-94A8-DF7F82FA87D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1C-4516-94A8-DF7F82FA87D6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D42-415A-B9E1-09906E102384}"/>
              </c:ext>
            </c:extLst>
          </c:dPt>
          <c:dPt>
            <c:idx val="1"/>
            <c:bubble3D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0D42-415A-B9E1-09906E1023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277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42-415A-B9E1-09906E102384}"/>
            </c:ext>
          </c:extLst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4736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BCD-4B8F-ADAC-951D50045C5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423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BCD-4B8F-ADAC-951D50045C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CD-4B8F-ADAC-951D50045C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Participated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FFFF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4-ABCD-4B8F-ADAC-951D50045C5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Participation: 90%</a:t>
                    </a:r>
                  </a:p>
                  <a:p>
                    <a:r>
                      <a:t>46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BCD-4B8F-ADAC-951D50045C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BCD-4B8F-ADAC-951D50045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24D-412A-981A-25F297136B1C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24D-412A-981A-25F297136B1C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24D-412A-981A-25F297136B1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68</c:v>
                </c:pt>
                <c:pt idx="2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4D-412A-981A-25F297136B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 dirty="0"/>
                  <a:t>Subjects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F261-4566-9239-D3EAA7CFBF8A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F261-4566-9239-D3EAA7CFBF8A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F261-4566-9239-D3EAA7CFBF8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68</c:v>
                </c:pt>
                <c:pt idx="2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61-4566-9239-D3EAA7CFBF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741-45F6-A002-354212432450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741-45F6-A002-354212432450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741-45F6-A002-35421243245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70</c:v>
                </c:pt>
                <c:pt idx="2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41-45F6-A002-3542124324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27B-4A61-A524-5E0F059CF905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27B-4A61-A524-5E0F059CF905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827B-4A61-A524-5E0F059CF90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67</c:v>
                </c:pt>
                <c:pt idx="2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7B-4A61-A524-5E0F059CF9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FCC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DBC-4595-8108-92C3D09D8DE6}"/>
              </c:ext>
            </c:extLst>
          </c:dPt>
          <c:dPt>
            <c:idx val="1"/>
            <c:invertIfNegative val="1"/>
            <c:bubble3D val="0"/>
            <c:spPr>
              <a:solidFill>
                <a:srgbClr val="E5A900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DBC-4595-8108-92C3D09D8DE6}"/>
              </c:ext>
            </c:extLst>
          </c:dPt>
          <c:dPt>
            <c:idx val="2"/>
            <c:invertIfNegative val="1"/>
            <c:bubble3D val="0"/>
            <c:spPr>
              <a:solidFill>
                <a:srgbClr val="FF2B2B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ADBC-4595-8108-92C3D09D8DE6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83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DBC-4595-8108-92C3D09D8D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Overall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469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APS GOLCONDA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APS R K PURAM Secunderabad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91589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grade_4_english_lo_question</a:t>
            </a:r>
          </a:p>
        </p:txBody>
      </p:sp>
      <p:pic>
        <p:nvPicPr>
          <p:cNvPr id="3" name="Picture 2" descr="lo_chart_32388c7515a341f09a184232bf0f59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37" y="704850"/>
            <a:ext cx="5960326" cy="4097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grade_4_mathematics_lo_question</a:t>
            </a:r>
          </a:p>
        </p:txBody>
      </p:sp>
      <p:pic>
        <p:nvPicPr>
          <p:cNvPr id="3" name="Picture 2" descr="lo_chart_aa51ff11df4f48838de7b3d6eea186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015" y="681270"/>
            <a:ext cx="6005606" cy="4128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grade_4_science_lo_question</a:t>
            </a:r>
          </a:p>
        </p:txBody>
      </p:sp>
      <p:pic>
        <p:nvPicPr>
          <p:cNvPr id="3" name="Picture 2" descr="lo_chart_07e4051151b14b29a33963ff345ca0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76375"/>
            <a:ext cx="8381999" cy="576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242</Words>
  <Application>Microsoft Office PowerPoint</Application>
  <PresentationFormat>On-screen Show (16:9)</PresentationFormat>
  <Paragraphs>46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Fraunces</vt:lpstr>
      <vt:lpstr>Fraunces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2026-03-20T10:22:33Z</dcterms:modified>
</cp:coreProperties>
</file>